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10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664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82880"/>
            <a:ext cx="2560320" cy="477774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91440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🎮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Hangman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Code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line-by-line walkthrough of a two-player word guessing game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getpass • while loops • string methods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– What Does the Game Do?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8503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2801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 enters their name and a secret word.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 tries to guess it letter by letter.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685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685800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68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69280" y="8503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Input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12801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getpass hides the secret word so Player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it being typed on screen.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34440" y="29992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Chances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4290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 starts with 10 lives.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wrong letter costs one chance.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34640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175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69280" y="29992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or Lose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34290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all letters → Player 2 wins!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out of chances → Player 1 wins!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100584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5920" y="141732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&amp; Setup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21945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in libraries and collecting player information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getpass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1148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396849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getpass import getpass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658368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77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getpass?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getpass is a built-in Python module that lets you read input from the user without displaying it on screen </a:t>
            </a:r>
            <a:r>
              <a:rPr lang="en-US" sz="12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passwords and secret words.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... import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getpass.getpass() every time, this imports the function directly so we can call it simply as getpass().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needed?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two-player game, Player 2 should not see the secret word. getpass() hides the typed text in the terminal.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3–4 – Getting Player Names &amp; Secret Word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1148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396849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= input("Enter your name: 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= getpass(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f"{first}, enter the secret word: 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).lower()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658368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77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prompt in quotes, waits for the user to type, and stores the result as a string in the variable first.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getpass()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like input() but hides what the user types. The f-string personalises the prompt using the first variable.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.lower()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secret word to lowercase so guesses and the word can be compared without worrying about case (e.g., 'A' vs 'a').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100584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5920" y="141732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State Initialization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21945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variables that track progress throughout the game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Initializing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Variables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1148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396849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guessed = []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chances = 10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 = input("Enter another player name: 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print(f"\n{second}, start guessing!")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658368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77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guessed = []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list that will hold every letter Player 2 has already guessed. Prevents duplicate guesses.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chances = 10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 starts with 10 lives. Each incorrect letter subtracts one. If it reaches 0, the game ends.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= input()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stores Player 2's name for personalised messages throughout the game.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print(f"...")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Welcomes Player 2 and signals the game is starting. The \n adds a blank line for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100584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5920" y="141732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Game Loop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21945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while loop that keeps the game running until someone wins or loses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1148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396849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chances &gt; 0: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All game logic runs here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Loop repeats every round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658368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77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chances &gt; 0: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runs as long as Player 2 has at least 1 chance remaining. When chances hits 0, the loop ends and the else block runs.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while loop works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checks the condition (chances &gt; 0) before each iteration. If True → run the body. If False → exit the loop.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exit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can end two ways: (1) chances reaches 0 → else block runs, or (2) Player 2 guesses the word and break is called.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 String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1148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396849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 = ""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letter in word: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letter in guessed: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display += letter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display += "_"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print("\nWord:", " ".join(display))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print("Guessed:", guessed)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658368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77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= ""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the display string at the start of each round so it reflects the current state of guessed letters.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letter in word: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through every character in the secret word one by one.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letter in guessed: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guessed list. If the letter has been guessed, show it; otherwise show an underscore ( _ ).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".join(display)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space between each character </a:t>
            </a:r>
            <a:r>
              <a:rPr lang="en-US" sz="12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"_ a _ _"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is easier to read.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100584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5920" y="141732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Check &amp; Input Handling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21945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 win and validating each guessed letter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Win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1148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396849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"_" not in display: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{second} wins!")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658368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77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"_" not in display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are no underscores left in display, every letter has been correctly guessed </a:t>
            </a:r>
            <a:r>
              <a:rPr lang="en-US" sz="12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 wins!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exits the while loop. Python skips straight past the else block, so the 'lost' message is NOT shown.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 here?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check runs after the display is built, ensuring the win is detected at the right moment </a:t>
            </a:r>
            <a:r>
              <a:rPr lang="en-US" sz="12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asking for another guess.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Validating the Guess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1148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396849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= input("Enter a letter: ").lower()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len(guess) != 1 or not guess.isalpha():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print("Enter only one letter!")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guess in guessed: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print("Already guessed!")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658368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77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input().lower()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Player 2's guess and converts it to lowercase for consistent comparison.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len(guess) != 1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exactly one character was entered. Numbers, symbols, or empty input are rejected.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guess.isalpha()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isalpha() returns True if the string contains only letters. The not flips </a:t>
            </a:r>
            <a:r>
              <a:rPr lang="en-US" sz="12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rejecting digits or special characters.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rest of the loop body and goes back to the </a:t>
            </a:r>
            <a:r>
              <a:rPr lang="en-US" sz="12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input again without penalising the player.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100584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45920" y="141732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Evaluation &amp; Game Over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21945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guesses, updating lives, and handling the end of the game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Evaluating the Guess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1148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396849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guessed.append(guess)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guess not in word: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chances -= 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print("Wrong! Chances left:", chances)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658368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77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guessed.append(guess)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validated letter to the guessed list so it won't be accepted again and will be revealed in the word display.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guess not in word: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the guessed letter exists anywhere in the secret word. If it does not, the player loses a life.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chances -= 1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for chances = chances - 1. Decrements the life counter by one for an incorrect guess.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else needed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letter IS in the word, nothing extra happens </a:t>
            </a:r>
            <a:r>
              <a:rPr lang="en-US" sz="12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 string will automatically reveal it next round.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\The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Block (Game Over)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1148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396849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f" {second} lost!"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f" Word was: {word}"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658368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77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/ else in Python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a while loop can have an else block. It runs only when the loop condition becomes False naturally </a:t>
            </a:r>
            <a:r>
              <a:rPr lang="en-US" sz="1200" dirty="0" smtClea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i.e., chances reached 0.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bypasses else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player wins and break is called, the else block is completely skipped. This is how Python tells the two outcomes apart.
</a:t>
            </a:r>
            <a:r>
              <a:rPr lang="en-US" sz="13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the word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player loses, the secret word is revealed so they can see what they were trying to guess.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Python Concepts Used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114800" cy="128016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680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getpass import getpass — importing a specific function from a built-in module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658368"/>
            <a:ext cx="4114800" cy="1280160"/>
          </a:xfrm>
          <a:prstGeom prst="rect">
            <a:avLst/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7680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13385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user text from the terminal. Returns a string that can be chained with .lower()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658368"/>
            <a:ext cx="4114800" cy="128016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7680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f-strings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113385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f"Hello {name}" — embeds variables inside strings using curly braces at runtime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103120"/>
            <a:ext cx="4114800" cy="128016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212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/ else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57860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while loop can have an else block that runs only when the condition turns False (not on break)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4114800" cy="128016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12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list.append()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257860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guessed.append(guess) — adds an element to the end of a list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103120"/>
            <a:ext cx="4114800" cy="12801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212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 / break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57860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skips to the next loop iteration; break exits the loop immediately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🎉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mastered the code!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2560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06324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628</Words>
  <Application>Microsoft Office PowerPoint</Application>
  <PresentationFormat>On-screen Show (16:9)</PresentationFormat>
  <Paragraphs>152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Hangman Game – Line by Line</dc:title>
  <dc:subject>PptxGenJS Presentation</dc:subject>
  <dc:creator>PptxGenJS</dc:creator>
  <cp:lastModifiedBy>Microsoft account</cp:lastModifiedBy>
  <cp:revision>2</cp:revision>
  <dcterms:created xsi:type="dcterms:W3CDTF">2026-03-25T01:33:59Z</dcterms:created>
  <dcterms:modified xsi:type="dcterms:W3CDTF">2026-03-25T01:40:37Z</dcterms:modified>
</cp:coreProperties>
</file>